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THE ZENITHAL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E2E8F0"/>
                </a:solidFill>
                <a:latin typeface="Segoe UI"/>
              </a:rPr>
              <a:t>Zenithal</a:t>
            </a:r>
          </a:p>
          <a:p>
            <a:pPr algn="l">
              <a:lnSpc>
                <a:spcPct val="100000"/>
              </a:lnSpc>
            </a:pPr>
            <a:r>
              <a:rPr sz="2600" b="0">
                <a:solidFill>
                  <a:srgbClr val="94A3B8"/>
                </a:solidFill>
                <a:latin typeface="Segoe UI"/>
              </a:rPr>
              <a:t>Identification of URL-Based Attacks from IP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0332720" cy="274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Problem Statement: SIH25229   ·   Theme: Cybersecurity   ·   Category: Software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D3EE"/>
                </a:solidFill>
                <a:latin typeface="Segoe UI"/>
              </a:rPr>
              <a:t>One detection brain for phishing links AND server-side URL attacks — fused with live IP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D3EE"/>
                </a:solidFill>
                <a:latin typeface="Segoe UI"/>
              </a:rPr>
              <a:t>URLs are the #1 attack delivery vector — in two very different ways.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212080" cy="3840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97316"/>
                </a:solidFill>
                <a:latin typeface="Segoe UI"/>
              </a:rPr>
              <a:t>1 · Links that trick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Phishing/smishing links via WhatsApp &amp; SMS posing as bank/delivery/govt alerts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Shortened URLs hide the real destination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Newly-registered domains evade blacklists (zero-day)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Users can't tell safe from malicious before clicking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212080" cy="3840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F4444"/>
                </a:solidFill>
                <a:latin typeface="Segoe UI"/>
              </a:rPr>
              <a:t>2 · Links that attack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SQL injection, XSS, path traversal, command injection, LFI/RFI in request URLs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Buried in millions of web-server access-log lines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Attackers hide behind rotating IPs &amp; bulletproof hosts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94A3B8"/>
                </a:solidFill>
                <a:latin typeface="Segoe UI"/>
              </a:rPr>
              <a:t>▸  Traditional filters miss obfuscated / encoded payloads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Over 1 billion phishing attacks were recorded in 2023 — and IP data, the key to tracing attackers, is rarely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Segoe UI"/>
              </a:rPr>
              <a:t>Our Solution — Zenithal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D3EE"/>
                </a:solidFill>
                <a:latin typeface="Segoe UI"/>
              </a:rPr>
              <a:t>A single platform that identifies URL-based attacks and correlates them by IP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9748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97316"/>
                </a:solidFill>
                <a:latin typeface="Segoe UI"/>
              </a:rPr>
              <a:t>🛡️ Engine 1 — Phishing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38-feature XGBoost + IP-domain correlation. Catches malicious links before a click.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2103120"/>
            <a:ext cx="269748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28600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F4444"/>
                </a:solidFill>
                <a:latin typeface="Segoe UI"/>
              </a:rPr>
              <a:t>🧬 Engine 2 — URL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33832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Signatures + ML detect SQLi/XSS/traversal/cmd-injection from server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2103120"/>
            <a:ext cx="269748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28600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🌍 IP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3832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GeoIP + ASN + reputation + reverse DNS + IP↔domain mismatch. The 'from IP data' 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9136" y="2103120"/>
            <a:ext cx="269748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228600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Segoe UI"/>
              </a:rPr>
              <a:t>📊 Live SOC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33832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Real-time feed, attacker-IP leaderboard, world map, plain-language explanations.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Explainable · Offline-capable · Real-time · Scalable to millions of URLs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2E8F0"/>
                </a:solidFill>
                <a:latin typeface="Segoe UI"/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05156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8132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Segoe UI"/>
              </a:rP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81328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React SOC dashboard · Chrome MV3 extension · WhatsApp/SMS message guard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105156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API —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87168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/analyze/url · /analyze/message · /analyze/logfile · /ip · WebSocket /ws/feed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5156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9300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97316"/>
                </a:solidFill>
                <a:latin typeface="Segoe UI"/>
              </a:rPr>
              <a:t>ENGINES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93008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Engine 1 URL (XGBoost) · Engine 2 Payload (signatures + char-TFIDF) · IP Intel · Explainability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89120"/>
            <a:ext cx="105156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9884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C55E"/>
                </a:solidFill>
                <a:latin typeface="Segoe UI"/>
              </a:rPr>
              <a:t>DATA / 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498848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MaxMind GeoLite2 (or offline reference) · ASN + reputation · SQLite (detections + attacker_ips)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Stack: FastAPI · XGBoost · scikit-learn · SQLAlchemy(async) · React · Vite · Tailwind · Recharts · Leaflet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Runs fully offline for demo reliability; optional live VirusTotal/WHOIS/GeoLite2 enrichment toggles.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E8F0"/>
                </a:solidFill>
                <a:latin typeface="Segoe UI"/>
              </a:rPr>
              <a:t>How We Match the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5212080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97316"/>
                </a:solidFill>
                <a:latin typeface="Segoe UI"/>
              </a:rPr>
              <a:t>"URL Based Attacks"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Phishing / malicious URLs (Engine 1)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SQL injection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Cross-site scripting (XSS)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Path / directory traversal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Command injection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LFI / RFI  (all Engine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5212080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"from IP Data"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Geolocation → attacker world map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ASN + hosting organisation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Reputation (bulletproof / tor / abuse)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Reverse DNS consistency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IP↔domain brand-geo mismatch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E2E8F0"/>
                </a:solidFill>
                <a:latin typeface="Segoe UI"/>
              </a:rPr>
              <a:t>▸  Attacker-IP aggregation &amp;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Every phrase of SIH25229 maps to a built, tested feature — see docs/PS_MAPPING.md.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2E8F0"/>
                </a:solidFill>
                <a:latin typeface="Segoe UI"/>
              </a:rPr>
              <a:t>Live Demo · URL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D3EE"/>
                </a:solidFill>
                <a:latin typeface="Segoe UI"/>
              </a:rPr>
              <a:t>Paste a URL → ML verdict + IP intelligence + plain-language reasons</a:t>
            </a:r>
          </a:p>
        </p:txBody>
      </p:sp>
      <p:pic>
        <p:nvPicPr>
          <p:cNvPr id="6" name="Picture 5" descr="shot_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716889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sbi-verify-now.top → MALICIOUS 95/100: brand impersonation · high-risk TLD · no HTTPS.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2E8F0"/>
                </a:solidFill>
                <a:latin typeface="Segoe UI"/>
              </a:rPr>
              <a:t>Live Demo · Server-Log Attack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D3EE"/>
                </a:solidFill>
                <a:latin typeface="Segoe UI"/>
              </a:rPr>
              <a:t>Upload an access log → detect URL attacks and rank attacker IPs</a:t>
            </a:r>
          </a:p>
        </p:txBody>
      </p:sp>
      <p:pic>
        <p:nvPicPr>
          <p:cNvPr id="6" name="Picture 5" descr="shot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716889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23 requests → 18 attacks across 5 techniques; top attacker 45.135.232.17 (Russia, bulletproof).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2E8F0"/>
                </a:solidFill>
                <a:latin typeface="Segoe UI"/>
              </a:rPr>
              <a:t>Live Demo · Attacker Geo-Map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D3EE"/>
                </a:solidFill>
                <a:latin typeface="Segoe UI"/>
              </a:rPr>
              <a:t>Every attacker IP geolocated from real IP data</a:t>
            </a:r>
          </a:p>
        </p:txBody>
      </p:sp>
      <p:pic>
        <p:nvPicPr>
          <p:cNvPr id="6" name="Picture 5" descr="sho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716889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Pins coloured by verdict; correlate attack campaigns across countries and ASNs in real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E8F0"/>
                </a:solidFill>
                <a:latin typeface="Segoe UI"/>
              </a:rPr>
              <a:t>Feasibility, Impact &amp;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566160" cy="4206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C55E"/>
                </a:solidFill>
                <a:latin typeface="Segoe UI"/>
              </a:rP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Built on proven open-source: FastAPI, XGBoost, scikit-learn, React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Public datasets: PhishTank/OpenPhish/Tranco, HTTP CSIC 2010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Runs offline — no paid API required for the 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463040"/>
            <a:ext cx="3566160" cy="4206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D3EE"/>
                </a:solidFill>
                <a:latin typeface="Segoe UI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3172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Protects users from phishing/smishing before the click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Gives SOC teams attacker-IP intelligence for faster response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Supports national cyber-threat monitoring at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1463040"/>
            <a:ext cx="3566160" cy="4206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B5CF6"/>
                </a:solidFill>
                <a:latin typeface="Segoe UI"/>
              </a:rPr>
              <a:t>Scalability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33172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Stateless engines → horizontal scale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SQLite now → Postgres/Redis for 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94A3B8"/>
                </a:solidFill>
                <a:latin typeface="Segoe UI"/>
              </a:rPr>
              <a:t>▸  Docker-compose one-command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Growing phishing/smishing volume → strong, immediate market and public-security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2E8F0"/>
                </a:solidFill>
                <a:latin typeface="Segoe UI"/>
              </a:rPr>
              <a:t>Research Foundation &amp; Differentiators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0515600" cy="2103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Segoe UI"/>
              </a:rPr>
              <a:t>▸  RoBERTa/DistilBERT achieve &gt;98% phishing-URL detection (arXiv:2311.04913) — our roadmap for scale-up.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Segoe UI"/>
              </a:rPr>
              <a:t>▸  CodeBERT detects obfuscated/encoded URL payloads (EMNLP 2020) — informs our decode+ML payload layer.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Segoe UI"/>
              </a:rPr>
              <a:t>▸  HTTP CSIC 2010 benchmark (36k normal + 25k attacks) — training set for Engine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What sets Zenithal apart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▸  Literal PS match — both URL-attack families AND IP-data correlation, where most teams do only phishing links.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▸  IP data is used for detection (mismatch, attacker scoring), not decoration.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▸  Every verdict is explainable, and the whole stack demos live and offline.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The Zenithal · SIH25229 · Identification of URL-Based Attacks from IP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